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9b2823ee314e9f" /><Relationship Type="http://schemas.openxmlformats.org/officeDocument/2006/relationships/extended-properties" Target="/docProps/app.xml" Id="Rc39d817dd2c942cf" /><Relationship Type="http://schemas.openxmlformats.org/officeDocument/2006/relationships/officeDocument" Target="/ppt/presentation.xml" Id="R8dc4a55f41cf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ec4426f1674e98"/>
  </p:sldMasterIdLst>
  <p:notesMasterIdLst>
    <p:notesMasterId xmlns:r="http://schemas.openxmlformats.org/officeDocument/2006/relationships" r:id="R340d26207ef64810"/>
  </p:notesMasterIdLst>
  <p:sldIdLst>
    <p:sldId xmlns:r="http://schemas.openxmlformats.org/officeDocument/2006/relationships" id="256" r:id="R9b1467c999ef4832"/>
    <p:sldId xmlns:r="http://schemas.openxmlformats.org/officeDocument/2006/relationships" id="257" r:id="R9e8c0192c7e946f2"/>
    <p:sldId xmlns:r="http://schemas.openxmlformats.org/officeDocument/2006/relationships" id="258" r:id="Rd2fc06d392194828"/>
    <p:sldId xmlns:r="http://schemas.openxmlformats.org/officeDocument/2006/relationships" id="259" r:id="Rd3e97c23f70d4237"/>
    <p:sldId xmlns:r="http://schemas.openxmlformats.org/officeDocument/2006/relationships" id="260" r:id="R6921ce2d33914d05"/>
    <p:sldId xmlns:r="http://schemas.openxmlformats.org/officeDocument/2006/relationships" id="261" r:id="R33168e9c218e4147"/>
    <p:sldId xmlns:r="http://schemas.openxmlformats.org/officeDocument/2006/relationships" id="262" r:id="Rf32437eb82a844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ee5539adf74347" /><Relationship Type="http://schemas.openxmlformats.org/officeDocument/2006/relationships/slideMaster" Target="/ppt/slideMasters/slideMaster1.xml" Id="R39ec4426f1674e98" /><Relationship Type="http://schemas.openxmlformats.org/officeDocument/2006/relationships/notesMaster" Target="/ppt/notesMasters/notesMaster1.xml" Id="R340d26207ef64810" /><Relationship Type="http://schemas.openxmlformats.org/officeDocument/2006/relationships/presProps" Target="/ppt/presProps.xml" Id="Ra9a9f84c04b84214" /><Relationship Type="http://schemas.openxmlformats.org/officeDocument/2006/relationships/tableStyles" Target="/ppt/tableStyles.xml" Id="R6bb0dea383714bc3" /><Relationship Type="http://schemas.openxmlformats.org/officeDocument/2006/relationships/slide" Target="/ppt/slides/slide1.xml" Id="R9b1467c999ef4832" /><Relationship Type="http://schemas.openxmlformats.org/officeDocument/2006/relationships/slide" Target="/ppt/slides/slide2.xml" Id="R9e8c0192c7e946f2" /><Relationship Type="http://schemas.openxmlformats.org/officeDocument/2006/relationships/slide" Target="/ppt/slides/slide3.xml" Id="Rd2fc06d392194828" /><Relationship Type="http://schemas.openxmlformats.org/officeDocument/2006/relationships/slide" Target="/ppt/slides/slide4.xml" Id="Rd3e97c23f70d4237" /><Relationship Type="http://schemas.openxmlformats.org/officeDocument/2006/relationships/slide" Target="/ppt/slides/slide5.xml" Id="R6921ce2d33914d05" /><Relationship Type="http://schemas.openxmlformats.org/officeDocument/2006/relationships/slide" Target="/ppt/slides/slide6.xml" Id="R33168e9c218e4147" /><Relationship Type="http://schemas.openxmlformats.org/officeDocument/2006/relationships/slide" Target="/ppt/slides/slide7.xml" Id="Rf32437eb82a844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4ea609eb344f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7f7e4788924579" /><Relationship Type="http://schemas.openxmlformats.org/officeDocument/2006/relationships/notesMaster" Target="/ppt/notesMasters/notesMaster1.xml" Id="R01cfe83c3d1b49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2894d888c047f5" /><Relationship Type="http://schemas.openxmlformats.org/officeDocument/2006/relationships/notesMaster" Target="/ppt/notesMasters/notesMaster1.xml" Id="Rf0650d3eee1547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d66efcfe7c4e95" /><Relationship Type="http://schemas.openxmlformats.org/officeDocument/2006/relationships/notesMaster" Target="/ppt/notesMasters/notesMaster1.xml" Id="R3700f62afa3a46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2b583d2a8f4e7a" /><Relationship Type="http://schemas.openxmlformats.org/officeDocument/2006/relationships/notesMaster" Target="/ppt/notesMasters/notesMaster1.xml" Id="Ref5664622f0e42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a80108240e4a0a" /><Relationship Type="http://schemas.openxmlformats.org/officeDocument/2006/relationships/notesMaster" Target="/ppt/notesMasters/notesMaster1.xml" Id="R8fd1a4005cdf4c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1317f2b9e94ebb" /><Relationship Type="http://schemas.openxmlformats.org/officeDocument/2006/relationships/notesMaster" Target="/ppt/notesMasters/notesMaster1.xml" Id="Rb965c9f9de6a46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b72ca6d48948b3" /><Relationship Type="http://schemas.openxmlformats.org/officeDocument/2006/relationships/notesMaster" Target="/ppt/notesMasters/notesMaster1.xml" Id="R16a86ba4d7a3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docs/01_PROJECT_PROPOSAL.md; docs/02_PRD.md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docs/02_PRD.md; src/rolelens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docs/03_TECHNICAL_DESIGN.md; src/rolelens/services/insight_service.py; src/rolelens/db/safety.py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reports/evidence/scenario-marketer.json; reports/assets/screenshots/02-marketer-result.png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sql/reference/ts01_planner_target.sql; ts02_marketer_twenty_category.sql; ts03_pm_activation.sql; reports/evidence/scenario-*.json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reports/evidence/scenario-persona-comparison.json; reports/evidence/scenario-ambiguous.json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reports/evidence/test-summary.txt; environment-summary.txt; sql-safety-summary.txt; live-model-summary.json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d14bed9bb40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db421709ad49cb" /><Relationship Type="http://schemas.openxmlformats.org/officeDocument/2006/relationships/slideLayout" Target="/ppt/slideLayouts/slideLayout1.xml" Id="R4c39996bd6654d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9996bd6654d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e9cd3b95a4cea" /><Relationship Type="http://schemas.openxmlformats.org/officeDocument/2006/relationships/notesSlide" Target="/ppt/notesSlides/notesSlide1.xml" Id="R2e8a863d4feb45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513aa070544e4" /><Relationship Type="http://schemas.openxmlformats.org/officeDocument/2006/relationships/notesSlide" Target="/ppt/notesSlides/notesSlide2.xml" Id="R8eb21ee3588d49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c8bc9b3e44dd8" /><Relationship Type="http://schemas.openxmlformats.org/officeDocument/2006/relationships/image" Target="/ppt/media/image.png" Id="Re39841744e4440b3" /><Relationship Type="http://schemas.openxmlformats.org/officeDocument/2006/relationships/notesSlide" Target="/ppt/notesSlides/notesSlide3.xml" Id="R914528566fc940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6dcbe681c4674" /><Relationship Type="http://schemas.openxmlformats.org/officeDocument/2006/relationships/image" Target="/ppt/media/image2.png" Id="Rd90c3ddc28be49ec" /><Relationship Type="http://schemas.openxmlformats.org/officeDocument/2006/relationships/notesSlide" Target="/ppt/notesSlides/notesSlide4.xml" Id="R6f9e2c352fa44e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b6e391c914d3d" /><Relationship Type="http://schemas.openxmlformats.org/officeDocument/2006/relationships/image" Target="/ppt/media/image3.png" Id="Rf4ae9f3b23254e46" /><Relationship Type="http://schemas.openxmlformats.org/officeDocument/2006/relationships/image" Target="/ppt/media/image4.png" Id="R2e27127e8fdf4bec" /><Relationship Type="http://schemas.openxmlformats.org/officeDocument/2006/relationships/image" Target="/ppt/media/image5.png" Id="Ra6aa252e786e47fc" /><Relationship Type="http://schemas.openxmlformats.org/officeDocument/2006/relationships/notesSlide" Target="/ppt/notesSlides/notesSlide5.xml" Id="Rd292ccaca2c947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d5875a211473a" /><Relationship Type="http://schemas.openxmlformats.org/officeDocument/2006/relationships/image" Target="/ppt/media/image6.png" Id="R0480abcdef474072" /><Relationship Type="http://schemas.openxmlformats.org/officeDocument/2006/relationships/image" Target="/ppt/media/image7.png" Id="R18fc22ad347a4caa" /><Relationship Type="http://schemas.openxmlformats.org/officeDocument/2006/relationships/notesSlide" Target="/ppt/notesSlides/notesSlide6.xml" Id="R331597ee2dfd4e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ee1bb6fcd43b4" /><Relationship Type="http://schemas.openxmlformats.org/officeDocument/2006/relationships/notesSlide" Target="/ppt/notesSlides/notesSlide7.xml" Id="Rceec3309721e42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B5D59-0A71-468D-96CB-C01781D5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F73C7-D27B-415E-9563-41E96529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LANGCHAIN  POSTGRESQL  GRADIO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CDB44-945E-407E-8DA7-24A233B5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57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RoleLens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19EAB-9A49-4724-8DAF-9F7C4A54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0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직무 관점형 자연어 데이터 분석 도우미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9B73C-4CC7-4518-88AE-EAE386E6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4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16115-27E6-457C-99F1-00DCDB32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핵심 구조와 실제 실행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F8E08-D2FC-4C9B-9E96-D51E356A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SEED 42 MOCK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A34E3-63E8-4732-AE06-E6F96DC1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데이터 기준일  2026-09-15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3FF61-FD27-47C9-8540-42BD28C1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62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2026-09-22</a:t>
            </a:r>
          </a:p>
        </p:txBody>
      </p:sp>
    </p:spTree>
    <p:extLst>
      <p:ext uri="{BB962C8B-B14F-4D97-AF65-F5344CB8AC3E}">
        <p14:creationId xmlns:p14="http://schemas.microsoft.com/office/powerpoint/2010/main" val="314812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375B2F-B54C-4939-A704-B1F6FAB3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388D6-2625-438F-BFA2-79568600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E203A-8D99-48E7-B869-C7B474B3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SQL 작성과 해석을 하나의 흐름으로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211BE-202E-42FC-9A0B-7B191424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RoleLens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91284-E397-45F3-9225-7B66E253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76FBE-5FD1-48B4-9690-5EBE6F6A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데이터를 사용하지만 SQL이 본업은 아닌 사용자가 질문부터 Insight Card까지 바로 얻는다.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390CD-4611-47F4-97F2-A9D57BC0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52FC4-5C1B-4729-B7AF-2A045132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기획자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51476-1C70-4BA9-A2E3-6615DA5E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KPI 현재값</a:t>
            </a:r>
          </a:p>
          <a:p xmlns:a="http://schemas.openxmlformats.org/drawingml/2006/main">
            <a:pPr algn="l">
              <a:def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목표 대비 격차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DB36B-CB4A-4823-9453-738188F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4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34018-33CD-4C5F-81BD-E9235462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마케터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96119-320B-4EB1-825D-0FDA56E5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718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고객 세그먼트</a:t>
            </a:r>
          </a:p>
          <a:p xmlns:a="http://schemas.openxmlformats.org/drawingml/2006/main">
            <a:pPr algn="l">
              <a:def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채널·매출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575B5-CEA2-43EE-8B48-00113E5A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CFFF7-7A1B-4780-9ED1-C4977D10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A6EA5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3A6EA5"/>
                </a:solidFill>
                <a:latin typeface="Nanum Gothic"/>
                <a:ea typeface="Nanum Gothic"/>
                <a:cs typeface="Nanum Gothic"/>
              </a:rPr>
              <a:t>PM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F4DF5-C013-4BCA-A72E-F897356B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활성화율</a:t>
            </a:r>
          </a:p>
          <a:p xmlns:a="http://schemas.openxmlformats.org/drawingml/2006/main">
            <a:pPr algn="l">
              <a:def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퍼널·기기별 차이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139D0-C7D9-4B92-B3AD-3FD6AE89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B2883-379B-45BF-872C-C8F206F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질문 해석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36481-B8A4-41CE-8151-776351E8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지표·기간·필터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B2673-704D-40B7-A41A-485A5B8D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19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E5EDE-D201-4441-B66D-1A0C7EFA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9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SQL 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59E66-C115-470B-9222-A7979C7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57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읽기 전용 경계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5F3B6-2B0B-4D5A-8658-838B6548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C38E4-82B7-4DE6-859A-5D2063FD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9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수치 계산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2991C-BDC9-4455-9EE7-83E408B1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Python 결정론 로직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4E7A8-2F42-40B1-B589-4E69510D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19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D9B8F-6606-4444-99C1-BF00C6F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19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Insight Card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D630CA-07DB-42DB-B457-1893673B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57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핵심 답·차트·근거</a:t>
            </a:r>
          </a:p>
        </p:txBody>
      </p:sp>
    </p:spTree>
    <p:extLst>
      <p:ext uri="{BB962C8B-B14F-4D97-AF65-F5344CB8AC3E}">
        <p14:creationId xmlns:p14="http://schemas.microsoft.com/office/powerpoint/2010/main" val="1260843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B77D3-EB38-4B97-8762-1FBAF508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AD067-4C13-4A30-BB0B-95698B6D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7F744-C01F-4F23-9D01-B7E523D9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처리 구조와 SQL 안전 경계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3340E-4A53-4473-A609-8F8418C6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RoleLens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554E8-F4FB-49C7-90D3-002F3575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4253F-BD12-4470-A4C5-67166445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84010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841744e4440b3"/>
          <a:stretch xmlns:a="http://schemas.openxmlformats.org/drawingml/2006/main"/>
        </p:blipFill>
        <p:spPr>
          <a:xfrm xmlns:a="http://schemas.openxmlformats.org/drawingml/2006/main">
            <a:off x="871008" y="1504950"/>
            <a:ext cx="7687733" cy="4324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B2539-FBA7-4385-80FE-29758DBA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049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3B0A8-82EC-4AA0-9E7E-30928E06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764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9EC64-90E0-4472-91D9-95DBB9D7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analytics 허용 테이블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C2863-7715-4145-B7EF-133892A9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765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E26A0-E2DF-4DFA-AD47-D7438EA2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17DD7-6392-44B0-9823-DF844BAE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최대 반환 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BE586-B1F3-40D6-80C4-0D94077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72269-88FD-439F-B816-2609EDB9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196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A6EA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3A6EA5"/>
                </a:solidFill>
                <a:latin typeface="Nanum Gothic"/>
                <a:ea typeface="Nanum Gothic"/>
                <a:cs typeface="Nanum Gothic"/>
              </a:rPr>
              <a:t>10s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D28AC-413D-4F8B-A58E-4467E759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statement timeout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006C0-3395-4697-B723-AFF74FF6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19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D64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2E7D64"/>
                </a:solidFill>
                <a:latin typeface="Nanum Gothic"/>
                <a:ea typeface="Nanum Gothic"/>
                <a:cs typeface="Nanum Gothic"/>
              </a:rPr>
              <a:t>AST 검사  ·  allowlist  ·  read-only DB role</a:t>
            </a:r>
          </a:p>
        </p:txBody>
      </p:sp>
    </p:spTree>
    <p:extLst>
      <p:ext uri="{BB962C8B-B14F-4D97-AF65-F5344CB8AC3E}">
        <p14:creationId xmlns:p14="http://schemas.microsoft.com/office/powerpoint/2010/main" val="1221581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CDB74-4D1C-4057-BAE9-00A9F7FD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9F41B-3EC8-43B2-809C-6032A7F4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B6541-3383-4028-8EB9-958E4684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마케터 시나리오 실제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288B9-C63A-47A1-810B-3ED77FA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RoleLens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F3355-C30D-453B-88A9-7765BE5D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486CF-1614-4979-9640-ECC3CFB5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“최근 3개월간 20대 고객의 카테고리별 매출을 직전 3개월과 비교해줘.”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F41B4-F220-4B74-AB6B-877E4067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7A6DB-3E89-489D-A3D5-4CBA7524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639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36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9.22M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F95AD-64B4-4074-A669-930A2DA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beauty 현재 3개월 매출  KRW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C08DF-1178-4982-A39B-29B81F1C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28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+1,729.51%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FF713-48D5-46E4-9F01-2A982313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직전 3개월 대비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3C9F7-3821-40F9-8364-8824983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completed 주문  ·  20 ≤ age &lt; 30</a:t>
            </a:r>
          </a:p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users + orders + products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CA687-AEE1-40D2-8C9E-F05D7EF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68199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c3ddc28be49ec"/>
          <a:stretch xmlns:a="http://schemas.openxmlformats.org/drawingml/2006/main"/>
        </p:blipFill>
        <p:spPr>
          <a:xfrm xmlns:a="http://schemas.openxmlformats.org/drawingml/2006/main">
            <a:off x="4857750" y="1739106"/>
            <a:ext cx="6629400" cy="391318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3C3B0-2BF4-49F3-82F2-433016EB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76950"/>
            <a:ext cx="681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실제 PostgreSQL + reference SQL을 사용한 결정론적 인수 모드 캡처</a:t>
            </a:r>
          </a:p>
        </p:txBody>
      </p:sp>
    </p:spTree>
    <p:extLst>
      <p:ext uri="{BB962C8B-B14F-4D97-AF65-F5344CB8AC3E}">
        <p14:creationId xmlns:p14="http://schemas.microsoft.com/office/powerpoint/2010/main" val="1140443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E479DB-90EE-40C8-8536-D49242CB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29D84-9157-45B4-A10C-BAC70BC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C9784-8B9C-406D-B990-964D96E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3개 직무 시나리오 검증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63BA0-A10E-4BF5-9F3C-9022C222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RoleLens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7ED5A-2DE1-490F-B9A9-40D3BFE0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48A0D-1A7E-4670-B20A-03E9CC99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15322-E76A-4DA5-87F0-07134F19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기획자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513F6-B115-4366-AA22-955BC558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4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95.69%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B4998-E7CE-4043-B53A-B6C6CF16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Q3 매출 목표 달성률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A3CE8-7778-4409-9C25-9A3A6120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e9f3b23254e46"/>
          <a:stretch xmlns:a="http://schemas.openxmlformats.org/drawingml/2006/main"/>
        </p:blipFill>
        <p:spPr>
          <a:xfrm xmlns:a="http://schemas.openxmlformats.org/drawingml/2006/main">
            <a:off x="685800" y="3556540"/>
            <a:ext cx="2895600" cy="151657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790FF-66CF-4E90-B120-66C43947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4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02D60-3E17-4300-9289-3CC2F5FB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마케터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DED68-3C19-44E0-853E-AA56BBD4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4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9.22M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4AA99-D6AA-4B93-92A0-05E5BBA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5272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20대 beauty 최근 3개월 매출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098C4-3BFC-456B-9B3C-1C7EBF51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099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7127e8fdf4bec"/>
          <a:stretch xmlns:a="http://schemas.openxmlformats.org/drawingml/2006/main"/>
        </p:blipFill>
        <p:spPr>
          <a:xfrm xmlns:a="http://schemas.openxmlformats.org/drawingml/2006/main">
            <a:off x="4343400" y="3549779"/>
            <a:ext cx="2895600" cy="1530092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052D4-D512-46A4-A9D2-63A9F614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2400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68C8E-3C59-4B59-B3D9-E19E3482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430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A6EA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3A6EA5"/>
                </a:solidFill>
                <a:latin typeface="Nanum Gothic"/>
                <a:ea typeface="Nanum Gothic"/>
                <a:cs typeface="Nanum Gothic"/>
              </a:rPr>
              <a:t>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1E786-F008-44C2-A2CD-EAD3A23D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4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43.06%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2C552-2DA6-4348-B8EE-980144FC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5272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mobile 7일 활성화율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273CD-D129-4C9E-96E5-FFA2C87E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a252e786e47fc"/>
          <a:stretch xmlns:a="http://schemas.openxmlformats.org/drawingml/2006/main"/>
        </p:blipFill>
        <p:spPr>
          <a:xfrm xmlns:a="http://schemas.openxmlformats.org/drawingml/2006/main">
            <a:off x="8001000" y="3550206"/>
            <a:ext cx="2895600" cy="1529239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2F1CB-7BFC-41E6-BDC1-6FAB360D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Q3 실제 86,189,441.91원 / 목표 90,067,966.80원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26F67-1BE5-4E3B-9E8A-6B75FDD3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beauty 매출 9,224,188.55원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E4708-AD78-45D9-8CB7-3A35BF16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24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desktop 61.70%  ·  tablet 66.67%</a:t>
            </a:r>
          </a:p>
        </p:txBody>
      </p:sp>
    </p:spTree>
    <p:extLst>
      <p:ext uri="{BB962C8B-B14F-4D97-AF65-F5344CB8AC3E}">
        <p14:creationId xmlns:p14="http://schemas.microsoft.com/office/powerpoint/2010/main" val="1366298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97B17-5D15-43A5-8B44-E6CBBD2B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34771-8946-42E3-B263-DE28E5B6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47E9F-0559-4F88-A11D-BEA7CB91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페르소나 분기와 확인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615AB-BD06-4876-8309-D01CAD4F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RoleLens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9FA94-EA7A-431D-8AE7-55DF7A92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48254-224F-416D-AD76-94CF39F3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같은 질문의 추가 차원은 직무에 따라 달라진다.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5BC8C-A85F-4E69-87B7-854C3C62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810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0abcdef474072"/>
          <a:stretch xmlns:a="http://schemas.openxmlformats.org/drawingml/2006/main"/>
        </p:blipFill>
        <p:spPr>
          <a:xfrm xmlns:a="http://schemas.openxmlformats.org/drawingml/2006/main">
            <a:off x="768517" y="2057400"/>
            <a:ext cx="5492416" cy="3162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3458B-0318-4508-ACF4-E3E680D0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신규 고객: 기획자는 목표 격차, 마케터는 유입 채널을 우선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7DA10-111F-43EC-8997-811734D2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47815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F4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c22ad347a4caa"/>
          <a:stretch xmlns:a="http://schemas.openxmlformats.org/drawingml/2006/main"/>
        </p:blipFill>
        <p:spPr>
          <a:xfrm xmlns:a="http://schemas.openxmlformats.org/drawingml/2006/main">
            <a:off x="6914769" y="2057400"/>
            <a:ext cx="4553712" cy="31623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1478A-85DA-459F-BB15-393A22F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478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“최근 30일의 매출액을 기준으로 상위 상품을 보여드릴까요?”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4DB6E-7306-4687-85E8-197C7CBE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0007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모호함을 해소할 때까지 SQL tool 호출 0회</a:t>
            </a:r>
          </a:p>
        </p:txBody>
      </p:sp>
    </p:spTree>
    <p:extLst>
      <p:ext uri="{BB962C8B-B14F-4D97-AF65-F5344CB8AC3E}">
        <p14:creationId xmlns:p14="http://schemas.microsoft.com/office/powerpoint/2010/main" val="1097766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07732-0186-4D67-9D56-2FF149D0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0162A-4F28-479F-B386-9E1DCE67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FDD80-42D5-4ADA-A94E-CCB060CB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3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코드와 실행 결과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7EF51-3F1C-447E-96D7-2BB7BA15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RoleLens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B5409-B8B6-4AE2-92B8-9A31828E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F89C0-6702-46C7-8080-39EFA025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A6367-71C7-46A8-B254-22BC4AEB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E56F45"/>
                </a:solidFill>
                <a:latin typeface="Nanum Gothic"/>
                <a:ea typeface="Nanum Gothic"/>
                <a:cs typeface="Nanum Gothic"/>
              </a:rPr>
              <a:t>76 / 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BBB94-569D-4E49-9C8D-271FDD46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pytest 통과  ·  13.71초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934B1-D2FB-443F-B79C-745DD67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811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A2E1F-7BE6-4596-92CE-D53507F0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3 /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91F29-7C82-447F-97EC-F82FB56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기준 SQL 결과 일치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0D272-C6C4-4696-AA9F-53D82CD5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E15CA-CCFE-4948-A1BC-779D7054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7D64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2E7D64"/>
                </a:solidFill>
                <a:latin typeface="Nanum Gothic"/>
                <a:ea typeface="Nanum Gothic"/>
                <a:cs typeface="Nanum Gothic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B9DCB-08C1-4B2F-913E-B515EB4E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검증한 위험 SQL 차단 / 제한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8CDC3-16EB-4C2E-A3A5-2E60F3CA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2D257-955E-4A94-9C09-725CCA71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실행 환경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058E2-3424-456D-BE05-A5B5C21C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PostgreSQL 16.15  ·  migration 20260921_0001</a:t>
            </a:r>
          </a:p>
          <a:p xmlns:a="http://schemas.openxmlformats.org/drawingml/2006/main">
            <a:pPr algn="l">
              <a:def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users 1,200  ·  orders 3,907  ·  events 5,203</a:t>
            </a:r>
          </a:p>
          <a:p xmlns:a="http://schemas.openxmlformats.org/drawingml/2006/main">
            <a:pPr algn="l">
              <a:def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LIMIT 100  ·  statement timeout 10,000ms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7F92C-F7AF-423E-806D-73F0F70D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6C09E-AAEA-4330-82E9-393CCD4F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Live LLM smoke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ED649-C38D-4FA4-9387-060E7436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9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gpt-4o-mini 마케터 질문 성공</a:t>
            </a:r>
          </a:p>
          <a:p xmlns:a="http://schemas.openxmlformats.org/drawingml/2006/main">
            <a:pPr algn="l">
              <a:def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2회 수정 후 reference SQL fallback</a:t>
            </a:r>
          </a:p>
          <a:p xmlns:a="http://schemas.openxmlformats.org/drawingml/2006/main">
            <a:pPr algn="l">
              <a:def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0">
                <a:solidFill>
                  <a:srgbClr val="68737D"/>
                </a:solidFill>
                <a:latin typeface="Nanum Gothic"/>
                <a:ea typeface="Nanum Gothic"/>
                <a:cs typeface="Nanum Gothic"/>
              </a:rPr>
              <a:t>모호한 질문은 clarification 반환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B75CE-02A3-4BD9-9855-386B7EA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D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06AB1-2E6E-4F77-AC5D-8378BE1F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8222D"/>
                </a:solidFill>
                <a:latin typeface="Nanum Gothic"/>
                <a:ea typeface="Nanum Gothic"/>
                <a:cs typeface="Nanum Gothic"/>
              </a:rPr>
              <a:t>UI 캡처: 결정론적 인수 모드    Live smoke: 실제 모델 호출</a:t>
            </a:r>
          </a:p>
        </p:txBody>
      </p:sp>
    </p:spTree>
    <p:extLst>
      <p:ext uri="{BB962C8B-B14F-4D97-AF65-F5344CB8AC3E}">
        <p14:creationId xmlns:p14="http://schemas.microsoft.com/office/powerpoint/2010/main" val="1785924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2026-09-22T06:15:53.4070000Z</dcterms:created>
  <dcterms:modified xsi:type="dcterms:W3CDTF">2026-09-22T06:15:53.4070000Z</dcterms:modified>
</coreProperties>
</file>